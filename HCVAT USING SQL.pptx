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D7AD50-21A1-4161-BFFF-A6982C410110}" v="106" dt="2026-02-15T08:57:01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YATHIRI K" userId="a4d74a2d403e8020" providerId="LiveId" clId="{739BDA49-18C2-4372-91F3-3C45D2428E36}"/>
    <pc:docChg chg="undo custSel addSld modSld">
      <pc:chgData name="GAYATHIRI K" userId="a4d74a2d403e8020" providerId="LiveId" clId="{739BDA49-18C2-4372-91F3-3C45D2428E36}" dt="2026-02-15T09:03:48.941" v="1191" actId="2711"/>
      <pc:docMkLst>
        <pc:docMk/>
      </pc:docMkLst>
      <pc:sldChg chg="addSp modSp mod">
        <pc:chgData name="GAYATHIRI K" userId="a4d74a2d403e8020" providerId="LiveId" clId="{739BDA49-18C2-4372-91F3-3C45D2428E36}" dt="2026-02-15T09:02:36.579" v="1173" actId="207"/>
        <pc:sldMkLst>
          <pc:docMk/>
          <pc:sldMk cId="3939953858" sldId="256"/>
        </pc:sldMkLst>
        <pc:spChg chg="add mod">
          <ac:chgData name="GAYATHIRI K" userId="a4d74a2d403e8020" providerId="LiveId" clId="{739BDA49-18C2-4372-91F3-3C45D2428E36}" dt="2026-02-15T09:02:36.579" v="1173" actId="207"/>
          <ac:spMkLst>
            <pc:docMk/>
            <pc:sldMk cId="3939953858" sldId="256"/>
            <ac:spMk id="6" creationId="{FD58AE4E-2F74-B01B-47AD-92A7877523C6}"/>
          </ac:spMkLst>
        </pc:spChg>
        <pc:spChg chg="add mod">
          <ac:chgData name="GAYATHIRI K" userId="a4d74a2d403e8020" providerId="LiveId" clId="{739BDA49-18C2-4372-91F3-3C45D2428E36}" dt="2026-02-09T10:14:52.364" v="144" actId="20577"/>
          <ac:spMkLst>
            <pc:docMk/>
            <pc:sldMk cId="3939953858" sldId="256"/>
            <ac:spMk id="7" creationId="{3DE8F241-E857-7B19-9A0C-D9A966FDB102}"/>
          </ac:spMkLst>
        </pc:spChg>
        <pc:spChg chg="add mod">
          <ac:chgData name="GAYATHIRI K" userId="a4d74a2d403e8020" providerId="LiveId" clId="{739BDA49-18C2-4372-91F3-3C45D2428E36}" dt="2026-02-15T08:59:37.914" v="1167" actId="1076"/>
          <ac:spMkLst>
            <pc:docMk/>
            <pc:sldMk cId="3939953858" sldId="256"/>
            <ac:spMk id="8" creationId="{D89ECDD8-697A-783D-AD81-577E98D0B022}"/>
          </ac:spMkLst>
        </pc:spChg>
        <pc:picChg chg="mod">
          <ac:chgData name="GAYATHIRI K" userId="a4d74a2d403e8020" providerId="LiveId" clId="{739BDA49-18C2-4372-91F3-3C45D2428E36}" dt="2026-02-15T09:00:17.214" v="1171" actId="1036"/>
          <ac:picMkLst>
            <pc:docMk/>
            <pc:sldMk cId="3939953858" sldId="256"/>
            <ac:picMk id="5" creationId="{05412B38-7D01-F82F-3BC7-BABD8EB04CAF}"/>
          </ac:picMkLst>
        </pc:picChg>
      </pc:sldChg>
      <pc:sldChg chg="addSp delSp modSp mod">
        <pc:chgData name="GAYATHIRI K" userId="a4d74a2d403e8020" providerId="LiveId" clId="{739BDA49-18C2-4372-91F3-3C45D2428E36}" dt="2026-02-15T09:03:26.871" v="1190" actId="20577"/>
        <pc:sldMkLst>
          <pc:docMk/>
          <pc:sldMk cId="3537895536" sldId="257"/>
        </pc:sldMkLst>
        <pc:spChg chg="add mod">
          <ac:chgData name="GAYATHIRI K" userId="a4d74a2d403e8020" providerId="LiveId" clId="{739BDA49-18C2-4372-91F3-3C45D2428E36}" dt="2026-02-15T09:03:26.871" v="1190" actId="20577"/>
          <ac:spMkLst>
            <pc:docMk/>
            <pc:sldMk cId="3537895536" sldId="257"/>
            <ac:spMk id="2" creationId="{8A3ADF9C-D627-6A86-DB52-53573A36AC1C}"/>
          </ac:spMkLst>
        </pc:spChg>
        <pc:spChg chg="add del mod">
          <ac:chgData name="GAYATHIRI K" userId="a4d74a2d403e8020" providerId="LiveId" clId="{739BDA49-18C2-4372-91F3-3C45D2428E36}" dt="2026-02-14T16:26:04.108" v="203" actId="478"/>
          <ac:spMkLst>
            <pc:docMk/>
            <pc:sldMk cId="3537895536" sldId="257"/>
            <ac:spMk id="4" creationId="{0410F09B-3877-619E-0682-954F2C0B907D}"/>
          </ac:spMkLst>
        </pc:spChg>
        <pc:picChg chg="add mod">
          <ac:chgData name="GAYATHIRI K" userId="a4d74a2d403e8020" providerId="LiveId" clId="{739BDA49-18C2-4372-91F3-3C45D2428E36}" dt="2026-02-09T10:17:38.582" v="174" actId="962"/>
          <ac:picMkLst>
            <pc:docMk/>
            <pc:sldMk cId="3537895536" sldId="257"/>
            <ac:picMk id="3" creationId="{D5E14621-D201-6693-B2BC-C5D9AB9E97A8}"/>
          </ac:picMkLst>
        </pc:picChg>
      </pc:sldChg>
      <pc:sldChg chg="addSp delSp modSp new mod">
        <pc:chgData name="GAYATHIRI K" userId="a4d74a2d403e8020" providerId="LiveId" clId="{739BDA49-18C2-4372-91F3-3C45D2428E36}" dt="2026-02-14T16:38:44.987" v="564" actId="113"/>
        <pc:sldMkLst>
          <pc:docMk/>
          <pc:sldMk cId="1820370279" sldId="258"/>
        </pc:sldMkLst>
        <pc:spChg chg="add del mod">
          <ac:chgData name="GAYATHIRI K" userId="a4d74a2d403e8020" providerId="LiveId" clId="{739BDA49-18C2-4372-91F3-3C45D2428E36}" dt="2026-02-14T16:31:00.610" v="396" actId="478"/>
          <ac:spMkLst>
            <pc:docMk/>
            <pc:sldMk cId="1820370279" sldId="258"/>
            <ac:spMk id="3" creationId="{D5C53286-3430-E092-33E0-0B6E97A8F539}"/>
          </ac:spMkLst>
        </pc:spChg>
        <pc:spChg chg="add mod">
          <ac:chgData name="GAYATHIRI K" userId="a4d74a2d403e8020" providerId="LiveId" clId="{739BDA49-18C2-4372-91F3-3C45D2428E36}" dt="2026-02-14T16:38:44.987" v="564" actId="113"/>
          <ac:spMkLst>
            <pc:docMk/>
            <pc:sldMk cId="1820370279" sldId="258"/>
            <ac:spMk id="6" creationId="{AB13E0C2-D135-C198-ACA2-EC4160F1CA1D}"/>
          </ac:spMkLst>
        </pc:spChg>
        <pc:picChg chg="add mod">
          <ac:chgData name="GAYATHIRI K" userId="a4d74a2d403e8020" providerId="LiveId" clId="{739BDA49-18C2-4372-91F3-3C45D2428E36}" dt="2026-02-14T16:32:50.109" v="400" actId="14100"/>
          <ac:picMkLst>
            <pc:docMk/>
            <pc:sldMk cId="1820370279" sldId="258"/>
            <ac:picMk id="5" creationId="{BA901D09-6C4D-F612-85BB-AEA4FA33AC56}"/>
          </ac:picMkLst>
        </pc:picChg>
      </pc:sldChg>
      <pc:sldChg chg="addSp modSp new mod">
        <pc:chgData name="GAYATHIRI K" userId="a4d74a2d403e8020" providerId="LiveId" clId="{739BDA49-18C2-4372-91F3-3C45D2428E36}" dt="2026-02-14T17:00:25.252" v="772" actId="14100"/>
        <pc:sldMkLst>
          <pc:docMk/>
          <pc:sldMk cId="827939641" sldId="259"/>
        </pc:sldMkLst>
        <pc:spChg chg="add mod">
          <ac:chgData name="GAYATHIRI K" userId="a4d74a2d403e8020" providerId="LiveId" clId="{739BDA49-18C2-4372-91F3-3C45D2428E36}" dt="2026-02-14T16:41:32.069" v="594" actId="207"/>
          <ac:spMkLst>
            <pc:docMk/>
            <pc:sldMk cId="827939641" sldId="259"/>
            <ac:spMk id="6" creationId="{A4401E76-01D2-8499-5537-5E81C41CCD0A}"/>
          </ac:spMkLst>
        </pc:spChg>
        <pc:spChg chg="add mod">
          <ac:chgData name="GAYATHIRI K" userId="a4d74a2d403e8020" providerId="LiveId" clId="{739BDA49-18C2-4372-91F3-3C45D2428E36}" dt="2026-02-14T16:42:27.530" v="621" actId="1076"/>
          <ac:spMkLst>
            <pc:docMk/>
            <pc:sldMk cId="827939641" sldId="259"/>
            <ac:spMk id="9" creationId="{F44EDFAE-F683-BCB7-65E4-AB90E364D322}"/>
          </ac:spMkLst>
        </pc:spChg>
        <pc:picChg chg="add mod">
          <ac:chgData name="GAYATHIRI K" userId="a4d74a2d403e8020" providerId="LiveId" clId="{739BDA49-18C2-4372-91F3-3C45D2428E36}" dt="2026-02-14T16:39:40.615" v="570" actId="14100"/>
          <ac:picMkLst>
            <pc:docMk/>
            <pc:sldMk cId="827939641" sldId="259"/>
            <ac:picMk id="3" creationId="{C854EA9F-3013-E943-FADC-BAC9DA6E9D0E}"/>
          </ac:picMkLst>
        </pc:picChg>
        <pc:picChg chg="add mod">
          <ac:chgData name="GAYATHIRI K" userId="a4d74a2d403e8020" providerId="LiveId" clId="{739BDA49-18C2-4372-91F3-3C45D2428E36}" dt="2026-02-14T17:00:19.674" v="770" actId="14100"/>
          <ac:picMkLst>
            <pc:docMk/>
            <pc:sldMk cId="827939641" sldId="259"/>
            <ac:picMk id="5" creationId="{084B3545-0E0D-F549-D0A7-5C3EF6259459}"/>
          </ac:picMkLst>
        </pc:picChg>
        <pc:picChg chg="add mod">
          <ac:chgData name="GAYATHIRI K" userId="a4d74a2d403e8020" providerId="LiveId" clId="{739BDA49-18C2-4372-91F3-3C45D2428E36}" dt="2026-02-14T17:00:25.252" v="772" actId="14100"/>
          <ac:picMkLst>
            <pc:docMk/>
            <pc:sldMk cId="827939641" sldId="259"/>
            <ac:picMk id="8" creationId="{22160905-AC9F-F3E8-E763-83B9CD61DD78}"/>
          </ac:picMkLst>
        </pc:picChg>
      </pc:sldChg>
      <pc:sldChg chg="addSp modSp new mod">
        <pc:chgData name="GAYATHIRI K" userId="a4d74a2d403e8020" providerId="LiveId" clId="{739BDA49-18C2-4372-91F3-3C45D2428E36}" dt="2026-02-14T16:47:28.102" v="710" actId="1076"/>
        <pc:sldMkLst>
          <pc:docMk/>
          <pc:sldMk cId="2405370833" sldId="260"/>
        </pc:sldMkLst>
        <pc:spChg chg="add mod">
          <ac:chgData name="GAYATHIRI K" userId="a4d74a2d403e8020" providerId="LiveId" clId="{739BDA49-18C2-4372-91F3-3C45D2428E36}" dt="2026-02-14T16:46:05.249" v="679" actId="207"/>
          <ac:spMkLst>
            <pc:docMk/>
            <pc:sldMk cId="2405370833" sldId="260"/>
            <ac:spMk id="6" creationId="{7D201A12-9B12-4673-BB09-BF1FB1F82FA0}"/>
          </ac:spMkLst>
        </pc:spChg>
        <pc:spChg chg="add mod">
          <ac:chgData name="GAYATHIRI K" userId="a4d74a2d403e8020" providerId="LiveId" clId="{739BDA49-18C2-4372-91F3-3C45D2428E36}" dt="2026-02-14T16:47:21.103" v="709" actId="1076"/>
          <ac:spMkLst>
            <pc:docMk/>
            <pc:sldMk cId="2405370833" sldId="260"/>
            <ac:spMk id="9" creationId="{A3915267-97A0-40CC-A2C8-3E37896FB31D}"/>
          </ac:spMkLst>
        </pc:spChg>
        <pc:spChg chg="add mod">
          <ac:chgData name="GAYATHIRI K" userId="a4d74a2d403e8020" providerId="LiveId" clId="{739BDA49-18C2-4372-91F3-3C45D2428E36}" dt="2026-02-14T16:47:01.849" v="704" actId="1076"/>
          <ac:spMkLst>
            <pc:docMk/>
            <pc:sldMk cId="2405370833" sldId="260"/>
            <ac:spMk id="12" creationId="{345E3DC6-CD2B-D67F-894D-E96CC84FE718}"/>
          </ac:spMkLst>
        </pc:spChg>
        <pc:picChg chg="add mod">
          <ac:chgData name="GAYATHIRI K" userId="a4d74a2d403e8020" providerId="LiveId" clId="{739BDA49-18C2-4372-91F3-3C45D2428E36}" dt="2026-02-14T16:43:43.626" v="630" actId="14100"/>
          <ac:picMkLst>
            <pc:docMk/>
            <pc:sldMk cId="2405370833" sldId="260"/>
            <ac:picMk id="3" creationId="{B5DA54E6-2463-5DD2-2FDF-76010889CDC3}"/>
          </ac:picMkLst>
        </pc:picChg>
        <pc:picChg chg="add mod">
          <ac:chgData name="GAYATHIRI K" userId="a4d74a2d403e8020" providerId="LiveId" clId="{739BDA49-18C2-4372-91F3-3C45D2428E36}" dt="2026-02-14T16:47:12.695" v="707" actId="1076"/>
          <ac:picMkLst>
            <pc:docMk/>
            <pc:sldMk cId="2405370833" sldId="260"/>
            <ac:picMk id="5" creationId="{425A72D0-36C8-2C1F-EA33-D144E33313F6}"/>
          </ac:picMkLst>
        </pc:picChg>
        <pc:picChg chg="add mod">
          <ac:chgData name="GAYATHIRI K" userId="a4d74a2d403e8020" providerId="LiveId" clId="{739BDA49-18C2-4372-91F3-3C45D2428E36}" dt="2026-02-14T16:47:16.645" v="708" actId="1076"/>
          <ac:picMkLst>
            <pc:docMk/>
            <pc:sldMk cId="2405370833" sldId="260"/>
            <ac:picMk id="8" creationId="{58C7D362-C1F7-982B-2852-7801A3E30D5E}"/>
          </ac:picMkLst>
        </pc:picChg>
        <pc:picChg chg="add mod">
          <ac:chgData name="GAYATHIRI K" userId="a4d74a2d403e8020" providerId="LiveId" clId="{739BDA49-18C2-4372-91F3-3C45D2428E36}" dt="2026-02-14T16:47:28.102" v="710" actId="1076"/>
          <ac:picMkLst>
            <pc:docMk/>
            <pc:sldMk cId="2405370833" sldId="260"/>
            <ac:picMk id="11" creationId="{27BAE157-C4EA-5823-8B90-82A304C0EB00}"/>
          </ac:picMkLst>
        </pc:picChg>
      </pc:sldChg>
      <pc:sldChg chg="addSp delSp modSp new mod">
        <pc:chgData name="GAYATHIRI K" userId="a4d74a2d403e8020" providerId="LiveId" clId="{739BDA49-18C2-4372-91F3-3C45D2428E36}" dt="2026-02-14T17:00:04.710" v="768" actId="14100"/>
        <pc:sldMkLst>
          <pc:docMk/>
          <pc:sldMk cId="614652534" sldId="261"/>
        </pc:sldMkLst>
        <pc:spChg chg="add mod">
          <ac:chgData name="GAYATHIRI K" userId="a4d74a2d403e8020" providerId="LiveId" clId="{739BDA49-18C2-4372-91F3-3C45D2428E36}" dt="2026-02-14T16:59:20.887" v="758" actId="14100"/>
          <ac:spMkLst>
            <pc:docMk/>
            <pc:sldMk cId="614652534" sldId="261"/>
            <ac:spMk id="4" creationId="{31677192-3F20-017E-619C-723B7DDF9BF7}"/>
          </ac:spMkLst>
        </pc:spChg>
        <pc:spChg chg="add mod">
          <ac:chgData name="GAYATHIRI K" userId="a4d74a2d403e8020" providerId="LiveId" clId="{739BDA49-18C2-4372-91F3-3C45D2428E36}" dt="2026-02-14T16:57:00.540" v="742" actId="14100"/>
          <ac:spMkLst>
            <pc:docMk/>
            <pc:sldMk cId="614652534" sldId="261"/>
            <ac:spMk id="7" creationId="{4399E534-6359-C0C1-6CF5-7D56CBB306DF}"/>
          </ac:spMkLst>
        </pc:spChg>
        <pc:spChg chg="add mod">
          <ac:chgData name="GAYATHIRI K" userId="a4d74a2d403e8020" providerId="LiveId" clId="{739BDA49-18C2-4372-91F3-3C45D2428E36}" dt="2026-02-14T16:59:16.626" v="757" actId="14100"/>
          <ac:spMkLst>
            <pc:docMk/>
            <pc:sldMk cId="614652534" sldId="261"/>
            <ac:spMk id="10" creationId="{1AC78FD4-A2CD-E960-C14D-F61F43CE0D91}"/>
          </ac:spMkLst>
        </pc:spChg>
        <pc:picChg chg="add mod">
          <ac:chgData name="GAYATHIRI K" userId="a4d74a2d403e8020" providerId="LiveId" clId="{739BDA49-18C2-4372-91F3-3C45D2428E36}" dt="2026-02-14T16:51:41.764" v="717" actId="14100"/>
          <ac:picMkLst>
            <pc:docMk/>
            <pc:sldMk cId="614652534" sldId="261"/>
            <ac:picMk id="3" creationId="{415FFF44-5226-8DE2-8BE2-3E1168D698A0}"/>
          </ac:picMkLst>
        </pc:picChg>
        <pc:picChg chg="add mod">
          <ac:chgData name="GAYATHIRI K" userId="a4d74a2d403e8020" providerId="LiveId" clId="{739BDA49-18C2-4372-91F3-3C45D2428E36}" dt="2026-02-14T16:57:35.049" v="748" actId="14100"/>
          <ac:picMkLst>
            <pc:docMk/>
            <pc:sldMk cId="614652534" sldId="261"/>
            <ac:picMk id="6" creationId="{9E4B3D74-07BB-581A-C4C2-57A4D9559C0E}"/>
          </ac:picMkLst>
        </pc:picChg>
        <pc:picChg chg="add mod">
          <ac:chgData name="GAYATHIRI K" userId="a4d74a2d403e8020" providerId="LiveId" clId="{739BDA49-18C2-4372-91F3-3C45D2428E36}" dt="2026-02-14T16:59:56.558" v="766" actId="1076"/>
          <ac:picMkLst>
            <pc:docMk/>
            <pc:sldMk cId="614652534" sldId="261"/>
            <ac:picMk id="9" creationId="{E9450A3A-06C7-39CF-2627-C97E2DD8AAA2}"/>
          </ac:picMkLst>
        </pc:picChg>
        <pc:picChg chg="add del mod">
          <ac:chgData name="GAYATHIRI K" userId="a4d74a2d403e8020" providerId="LiveId" clId="{739BDA49-18C2-4372-91F3-3C45D2428E36}" dt="2026-02-14T16:59:41.903" v="761" actId="478"/>
          <ac:picMkLst>
            <pc:docMk/>
            <pc:sldMk cId="614652534" sldId="261"/>
            <ac:picMk id="12" creationId="{3087A07C-14B2-3F8D-1FCD-3983D48D8656}"/>
          </ac:picMkLst>
        </pc:picChg>
        <pc:picChg chg="add mod">
          <ac:chgData name="GAYATHIRI K" userId="a4d74a2d403e8020" providerId="LiveId" clId="{739BDA49-18C2-4372-91F3-3C45D2428E36}" dt="2026-02-14T17:00:04.710" v="768" actId="14100"/>
          <ac:picMkLst>
            <pc:docMk/>
            <pc:sldMk cId="614652534" sldId="261"/>
            <ac:picMk id="14" creationId="{25EFEAD8-E8B0-7CFA-7F32-22DB686C6E7B}"/>
          </ac:picMkLst>
        </pc:picChg>
      </pc:sldChg>
      <pc:sldChg chg="addSp modSp new mod">
        <pc:chgData name="GAYATHIRI K" userId="a4d74a2d403e8020" providerId="LiveId" clId="{739BDA49-18C2-4372-91F3-3C45D2428E36}" dt="2026-02-15T04:51:03.641" v="874" actId="207"/>
        <pc:sldMkLst>
          <pc:docMk/>
          <pc:sldMk cId="427978074" sldId="262"/>
        </pc:sldMkLst>
        <pc:spChg chg="add mod">
          <ac:chgData name="GAYATHIRI K" userId="a4d74a2d403e8020" providerId="LiveId" clId="{739BDA49-18C2-4372-91F3-3C45D2428E36}" dt="2026-02-15T04:51:00.013" v="873" actId="207"/>
          <ac:spMkLst>
            <pc:docMk/>
            <pc:sldMk cId="427978074" sldId="262"/>
            <ac:spMk id="4" creationId="{E1A5F02D-9414-C9B6-B647-E516A90602C4}"/>
          </ac:spMkLst>
        </pc:spChg>
        <pc:spChg chg="add mod">
          <ac:chgData name="GAYATHIRI K" userId="a4d74a2d403e8020" providerId="LiveId" clId="{739BDA49-18C2-4372-91F3-3C45D2428E36}" dt="2026-02-15T04:51:03.641" v="874" actId="207"/>
          <ac:spMkLst>
            <pc:docMk/>
            <pc:sldMk cId="427978074" sldId="262"/>
            <ac:spMk id="7" creationId="{44BBF086-6A74-EEA9-A3BB-5F18B6010079}"/>
          </ac:spMkLst>
        </pc:spChg>
        <pc:picChg chg="add mod">
          <ac:chgData name="GAYATHIRI K" userId="a4d74a2d403e8020" providerId="LiveId" clId="{739BDA49-18C2-4372-91F3-3C45D2428E36}" dt="2026-02-14T17:01:21.647" v="780" actId="14100"/>
          <ac:picMkLst>
            <pc:docMk/>
            <pc:sldMk cId="427978074" sldId="262"/>
            <ac:picMk id="3" creationId="{58FC5BDF-5490-0017-8C1B-15816B40DECD}"/>
          </ac:picMkLst>
        </pc:picChg>
        <pc:picChg chg="add mod">
          <ac:chgData name="GAYATHIRI K" userId="a4d74a2d403e8020" providerId="LiveId" clId="{739BDA49-18C2-4372-91F3-3C45D2428E36}" dt="2026-02-14T17:04:02.930" v="797" actId="1076"/>
          <ac:picMkLst>
            <pc:docMk/>
            <pc:sldMk cId="427978074" sldId="262"/>
            <ac:picMk id="6" creationId="{3DC0C945-1FB2-5891-9229-8FB3F55F2E84}"/>
          </ac:picMkLst>
        </pc:picChg>
        <pc:picChg chg="add mod">
          <ac:chgData name="GAYATHIRI K" userId="a4d74a2d403e8020" providerId="LiveId" clId="{739BDA49-18C2-4372-91F3-3C45D2428E36}" dt="2026-02-14T17:06:15.491" v="815" actId="14100"/>
          <ac:picMkLst>
            <pc:docMk/>
            <pc:sldMk cId="427978074" sldId="262"/>
            <ac:picMk id="9" creationId="{F8C10D80-07CC-79C8-C70C-F3C84197F6D4}"/>
          </ac:picMkLst>
        </pc:picChg>
      </pc:sldChg>
      <pc:sldChg chg="addSp modSp new mod">
        <pc:chgData name="GAYATHIRI K" userId="a4d74a2d403e8020" providerId="LiveId" clId="{739BDA49-18C2-4372-91F3-3C45D2428E36}" dt="2026-02-15T04:50:54.235" v="872" actId="207"/>
        <pc:sldMkLst>
          <pc:docMk/>
          <pc:sldMk cId="2044622049" sldId="263"/>
        </pc:sldMkLst>
        <pc:spChg chg="add mod">
          <ac:chgData name="GAYATHIRI K" userId="a4d74a2d403e8020" providerId="LiveId" clId="{739BDA49-18C2-4372-91F3-3C45D2428E36}" dt="2026-02-15T04:50:37.127" v="865" actId="207"/>
          <ac:spMkLst>
            <pc:docMk/>
            <pc:sldMk cId="2044622049" sldId="263"/>
            <ac:spMk id="4" creationId="{EF58C1F8-2AF6-4817-3A5A-29609607D9A4}"/>
          </ac:spMkLst>
        </pc:spChg>
        <pc:spChg chg="add mod">
          <ac:chgData name="GAYATHIRI K" userId="a4d74a2d403e8020" providerId="LiveId" clId="{739BDA49-18C2-4372-91F3-3C45D2428E36}" dt="2026-02-15T04:50:46.138" v="866" actId="207"/>
          <ac:spMkLst>
            <pc:docMk/>
            <pc:sldMk cId="2044622049" sldId="263"/>
            <ac:spMk id="6" creationId="{C2E7DB78-CE7F-FB9D-5169-BB314C700FDE}"/>
          </ac:spMkLst>
        </pc:spChg>
        <pc:spChg chg="add mod">
          <ac:chgData name="GAYATHIRI K" userId="a4d74a2d403e8020" providerId="LiveId" clId="{739BDA49-18C2-4372-91F3-3C45D2428E36}" dt="2026-02-15T04:50:54.235" v="872" actId="207"/>
          <ac:spMkLst>
            <pc:docMk/>
            <pc:sldMk cId="2044622049" sldId="263"/>
            <ac:spMk id="9" creationId="{3405BA41-6753-AA97-9FC4-9FB5F65FADD7}"/>
          </ac:spMkLst>
        </pc:spChg>
        <pc:picChg chg="add mod">
          <ac:chgData name="GAYATHIRI K" userId="a4d74a2d403e8020" providerId="LiveId" clId="{739BDA49-18C2-4372-91F3-3C45D2428E36}" dt="2026-02-15T04:33:52.675" v="823" actId="14100"/>
          <ac:picMkLst>
            <pc:docMk/>
            <pc:sldMk cId="2044622049" sldId="263"/>
            <ac:picMk id="3" creationId="{4DA3F218-C09E-D1A3-495D-F8024C5A3088}"/>
          </ac:picMkLst>
        </pc:picChg>
        <pc:picChg chg="add mod">
          <ac:chgData name="GAYATHIRI K" userId="a4d74a2d403e8020" providerId="LiveId" clId="{739BDA49-18C2-4372-91F3-3C45D2428E36}" dt="2026-02-15T04:46:55.157" v="838" actId="14100"/>
          <ac:picMkLst>
            <pc:docMk/>
            <pc:sldMk cId="2044622049" sldId="263"/>
            <ac:picMk id="5" creationId="{1DFC61A8-8E83-1D71-361E-97977F78600C}"/>
          </ac:picMkLst>
        </pc:picChg>
        <pc:picChg chg="add mod">
          <ac:chgData name="GAYATHIRI K" userId="a4d74a2d403e8020" providerId="LiveId" clId="{739BDA49-18C2-4372-91F3-3C45D2428E36}" dt="2026-02-15T04:48:35.226" v="852" actId="14100"/>
          <ac:picMkLst>
            <pc:docMk/>
            <pc:sldMk cId="2044622049" sldId="263"/>
            <ac:picMk id="8" creationId="{35B6570F-8528-9544-29C8-455272CFE72E}"/>
          </ac:picMkLst>
        </pc:picChg>
        <pc:picChg chg="add mod">
          <ac:chgData name="GAYATHIRI K" userId="a4d74a2d403e8020" providerId="LiveId" clId="{739BDA49-18C2-4372-91F3-3C45D2428E36}" dt="2026-02-15T04:50:00.100" v="863" actId="14100"/>
          <ac:picMkLst>
            <pc:docMk/>
            <pc:sldMk cId="2044622049" sldId="263"/>
            <ac:picMk id="11" creationId="{D0BEC6C7-459E-9595-86F5-2FC4E842AF5F}"/>
          </ac:picMkLst>
        </pc:picChg>
      </pc:sldChg>
      <pc:sldChg chg="addSp modSp new mod">
        <pc:chgData name="GAYATHIRI K" userId="a4d74a2d403e8020" providerId="LiveId" clId="{739BDA49-18C2-4372-91F3-3C45D2428E36}" dt="2026-02-15T04:56:02.496" v="901" actId="1076"/>
        <pc:sldMkLst>
          <pc:docMk/>
          <pc:sldMk cId="4284178279" sldId="264"/>
        </pc:sldMkLst>
        <pc:spChg chg="add mod">
          <ac:chgData name="GAYATHIRI K" userId="a4d74a2d403e8020" providerId="LiveId" clId="{739BDA49-18C2-4372-91F3-3C45D2428E36}" dt="2026-02-15T04:53:56.333" v="888" actId="1076"/>
          <ac:spMkLst>
            <pc:docMk/>
            <pc:sldMk cId="4284178279" sldId="264"/>
            <ac:spMk id="4" creationId="{144CD8E3-C499-4577-FCB9-9E6D6A76D933}"/>
          </ac:spMkLst>
        </pc:spChg>
        <pc:spChg chg="add mod">
          <ac:chgData name="GAYATHIRI K" userId="a4d74a2d403e8020" providerId="LiveId" clId="{739BDA49-18C2-4372-91F3-3C45D2428E36}" dt="2026-02-15T04:55:24.758" v="895" actId="113"/>
          <ac:spMkLst>
            <pc:docMk/>
            <pc:sldMk cId="4284178279" sldId="264"/>
            <ac:spMk id="7" creationId="{DC7491CA-F13A-D507-7D5C-33BB828D1953}"/>
          </ac:spMkLst>
        </pc:spChg>
        <pc:picChg chg="add mod">
          <ac:chgData name="GAYATHIRI K" userId="a4d74a2d403e8020" providerId="LiveId" clId="{739BDA49-18C2-4372-91F3-3C45D2428E36}" dt="2026-02-15T04:55:53.202" v="897" actId="1076"/>
          <ac:picMkLst>
            <pc:docMk/>
            <pc:sldMk cId="4284178279" sldId="264"/>
            <ac:picMk id="3" creationId="{3274D503-1E18-B9A0-76C9-0DC9221ED886}"/>
          </ac:picMkLst>
        </pc:picChg>
        <pc:picChg chg="add mod">
          <ac:chgData name="GAYATHIRI K" userId="a4d74a2d403e8020" providerId="LiveId" clId="{739BDA49-18C2-4372-91F3-3C45D2428E36}" dt="2026-02-15T04:56:00.153" v="900" actId="1076"/>
          <ac:picMkLst>
            <pc:docMk/>
            <pc:sldMk cId="4284178279" sldId="264"/>
            <ac:picMk id="6" creationId="{10D15DC9-F281-94FB-BACB-EDEA30D428DD}"/>
          </ac:picMkLst>
        </pc:picChg>
        <pc:picChg chg="add mod">
          <ac:chgData name="GAYATHIRI K" userId="a4d74a2d403e8020" providerId="LiveId" clId="{739BDA49-18C2-4372-91F3-3C45D2428E36}" dt="2026-02-15T04:56:02.496" v="901" actId="1076"/>
          <ac:picMkLst>
            <pc:docMk/>
            <pc:sldMk cId="4284178279" sldId="264"/>
            <ac:picMk id="9" creationId="{44D2FB95-8DDE-E22B-8758-0882BE867AB9}"/>
          </ac:picMkLst>
        </pc:picChg>
      </pc:sldChg>
      <pc:sldChg chg="addSp modSp new mod">
        <pc:chgData name="GAYATHIRI K" userId="a4d74a2d403e8020" providerId="LiveId" clId="{739BDA49-18C2-4372-91F3-3C45D2428E36}" dt="2026-02-15T05:18:56.963" v="947" actId="14100"/>
        <pc:sldMkLst>
          <pc:docMk/>
          <pc:sldMk cId="1705125908" sldId="265"/>
        </pc:sldMkLst>
        <pc:spChg chg="add mod">
          <ac:chgData name="GAYATHIRI K" userId="a4d74a2d403e8020" providerId="LiveId" clId="{739BDA49-18C2-4372-91F3-3C45D2428E36}" dt="2026-02-15T05:18:27.917" v="941" actId="1076"/>
          <ac:spMkLst>
            <pc:docMk/>
            <pc:sldMk cId="1705125908" sldId="265"/>
            <ac:spMk id="4" creationId="{07CE8968-6733-B62E-DF7F-20D00A81D958}"/>
          </ac:spMkLst>
        </pc:spChg>
        <pc:spChg chg="add mod">
          <ac:chgData name="GAYATHIRI K" userId="a4d74a2d403e8020" providerId="LiveId" clId="{739BDA49-18C2-4372-91F3-3C45D2428E36}" dt="2026-02-15T05:18:32.069" v="942" actId="1076"/>
          <ac:spMkLst>
            <pc:docMk/>
            <pc:sldMk cId="1705125908" sldId="265"/>
            <ac:spMk id="7" creationId="{120FB555-79C6-B165-F1ED-BC883449E1B4}"/>
          </ac:spMkLst>
        </pc:spChg>
        <pc:spChg chg="add mod">
          <ac:chgData name="GAYATHIRI K" userId="a4d74a2d403e8020" providerId="LiveId" clId="{739BDA49-18C2-4372-91F3-3C45D2428E36}" dt="2026-02-15T05:18:20.448" v="939" actId="1076"/>
          <ac:spMkLst>
            <pc:docMk/>
            <pc:sldMk cId="1705125908" sldId="265"/>
            <ac:spMk id="8" creationId="{471A7E8F-DD58-7A61-A256-16757FE3C41A}"/>
          </ac:spMkLst>
        </pc:spChg>
        <pc:picChg chg="add mod">
          <ac:chgData name="GAYATHIRI K" userId="a4d74a2d403e8020" providerId="LiveId" clId="{739BDA49-18C2-4372-91F3-3C45D2428E36}" dt="2026-02-15T05:10:31.150" v="909" actId="14100"/>
          <ac:picMkLst>
            <pc:docMk/>
            <pc:sldMk cId="1705125908" sldId="265"/>
            <ac:picMk id="3" creationId="{0D27373A-C598-959B-5AC0-9BC825352DA6}"/>
          </ac:picMkLst>
        </pc:picChg>
        <pc:picChg chg="add mod">
          <ac:chgData name="GAYATHIRI K" userId="a4d74a2d403e8020" providerId="LiveId" clId="{739BDA49-18C2-4372-91F3-3C45D2428E36}" dt="2026-02-15T05:17:27.248" v="933" actId="1076"/>
          <ac:picMkLst>
            <pc:docMk/>
            <pc:sldMk cId="1705125908" sldId="265"/>
            <ac:picMk id="6" creationId="{A051376C-5651-1239-2D4F-2C46A117D157}"/>
          </ac:picMkLst>
        </pc:picChg>
        <pc:picChg chg="add mod">
          <ac:chgData name="GAYATHIRI K" userId="a4d74a2d403e8020" providerId="LiveId" clId="{739BDA49-18C2-4372-91F3-3C45D2428E36}" dt="2026-02-15T05:17:35.099" v="935" actId="1076"/>
          <ac:picMkLst>
            <pc:docMk/>
            <pc:sldMk cId="1705125908" sldId="265"/>
            <ac:picMk id="10" creationId="{9694EA60-8F2A-180D-1A1B-FE4144249F10}"/>
          </ac:picMkLst>
        </pc:picChg>
        <pc:picChg chg="add mod">
          <ac:chgData name="GAYATHIRI K" userId="a4d74a2d403e8020" providerId="LiveId" clId="{739BDA49-18C2-4372-91F3-3C45D2428E36}" dt="2026-02-15T05:18:56.963" v="947" actId="14100"/>
          <ac:picMkLst>
            <pc:docMk/>
            <pc:sldMk cId="1705125908" sldId="265"/>
            <ac:picMk id="12" creationId="{6DAD2C67-86AC-9DA6-E62A-1446E9E746A3}"/>
          </ac:picMkLst>
        </pc:picChg>
      </pc:sldChg>
      <pc:sldChg chg="addSp delSp modSp new mod">
        <pc:chgData name="GAYATHIRI K" userId="a4d74a2d403e8020" providerId="LiveId" clId="{739BDA49-18C2-4372-91F3-3C45D2428E36}" dt="2026-02-15T05:22:41.818" v="975" actId="1076"/>
        <pc:sldMkLst>
          <pc:docMk/>
          <pc:sldMk cId="2026014425" sldId="266"/>
        </pc:sldMkLst>
        <pc:spChg chg="add del mod">
          <ac:chgData name="GAYATHIRI K" userId="a4d74a2d403e8020" providerId="LiveId" clId="{739BDA49-18C2-4372-91F3-3C45D2428E36}" dt="2026-02-15T05:20:54.705" v="965" actId="478"/>
          <ac:spMkLst>
            <pc:docMk/>
            <pc:sldMk cId="2026014425" sldId="266"/>
            <ac:spMk id="4" creationId="{9EC7DC96-B5B6-839D-2713-BECFEB8696E3}"/>
          </ac:spMkLst>
        </pc:spChg>
        <pc:spChg chg="add mod">
          <ac:chgData name="GAYATHIRI K" userId="a4d74a2d403e8020" providerId="LiveId" clId="{739BDA49-18C2-4372-91F3-3C45D2428E36}" dt="2026-02-15T05:22:41.818" v="975" actId="1076"/>
          <ac:spMkLst>
            <pc:docMk/>
            <pc:sldMk cId="2026014425" sldId="266"/>
            <ac:spMk id="5" creationId="{4F3A04FF-C508-DDC1-7221-69244055E703}"/>
          </ac:spMkLst>
        </pc:spChg>
        <pc:picChg chg="add mod">
          <ac:chgData name="GAYATHIRI K" userId="a4d74a2d403e8020" providerId="LiveId" clId="{739BDA49-18C2-4372-91F3-3C45D2428E36}" dt="2026-02-15T05:19:30.981" v="951" actId="14100"/>
          <ac:picMkLst>
            <pc:docMk/>
            <pc:sldMk cId="2026014425" sldId="266"/>
            <ac:picMk id="3" creationId="{23F841CE-B8E4-A7F1-EA41-BEB268E4207D}"/>
          </ac:picMkLst>
        </pc:picChg>
        <pc:picChg chg="add mod">
          <ac:chgData name="GAYATHIRI K" userId="a4d74a2d403e8020" providerId="LiveId" clId="{739BDA49-18C2-4372-91F3-3C45D2428E36}" dt="2026-02-15T05:22:36.729" v="974" actId="1076"/>
          <ac:picMkLst>
            <pc:docMk/>
            <pc:sldMk cId="2026014425" sldId="266"/>
            <ac:picMk id="7" creationId="{B09526A3-A543-6A9D-2A50-2FA4290A26BA}"/>
          </ac:picMkLst>
        </pc:picChg>
      </pc:sldChg>
      <pc:sldChg chg="addSp modSp new mod">
        <pc:chgData name="GAYATHIRI K" userId="a4d74a2d403e8020" providerId="LiveId" clId="{739BDA49-18C2-4372-91F3-3C45D2428E36}" dt="2026-02-15T08:47:49.955" v="1019" actId="1076"/>
        <pc:sldMkLst>
          <pc:docMk/>
          <pc:sldMk cId="3520518152" sldId="267"/>
        </pc:sldMkLst>
        <pc:spChg chg="add mod">
          <ac:chgData name="GAYATHIRI K" userId="a4d74a2d403e8020" providerId="LiveId" clId="{739BDA49-18C2-4372-91F3-3C45D2428E36}" dt="2026-02-15T08:45:54.723" v="998" actId="1076"/>
          <ac:spMkLst>
            <pc:docMk/>
            <pc:sldMk cId="3520518152" sldId="267"/>
            <ac:spMk id="4" creationId="{5CE01E50-F942-36D0-EC56-79ED27EBF2B1}"/>
          </ac:spMkLst>
        </pc:spChg>
        <pc:spChg chg="add mod">
          <ac:chgData name="GAYATHIRI K" userId="a4d74a2d403e8020" providerId="LiveId" clId="{739BDA49-18C2-4372-91F3-3C45D2428E36}" dt="2026-02-15T08:47:23.496" v="1014" actId="1076"/>
          <ac:spMkLst>
            <pc:docMk/>
            <pc:sldMk cId="3520518152" sldId="267"/>
            <ac:spMk id="7" creationId="{05341715-D530-F63C-1F9C-6827C24F5575}"/>
          </ac:spMkLst>
        </pc:spChg>
        <pc:picChg chg="add mod">
          <ac:chgData name="GAYATHIRI K" userId="a4d74a2d403e8020" providerId="LiveId" clId="{739BDA49-18C2-4372-91F3-3C45D2428E36}" dt="2026-02-15T08:41:50.067" v="984" actId="14100"/>
          <ac:picMkLst>
            <pc:docMk/>
            <pc:sldMk cId="3520518152" sldId="267"/>
            <ac:picMk id="3" creationId="{0222F7CF-C243-060F-6B68-DD5AFAC0B750}"/>
          </ac:picMkLst>
        </pc:picChg>
        <pc:picChg chg="add mod">
          <ac:chgData name="GAYATHIRI K" userId="a4d74a2d403e8020" providerId="LiveId" clId="{739BDA49-18C2-4372-91F3-3C45D2428E36}" dt="2026-02-15T08:45:44.345" v="997" actId="1076"/>
          <ac:picMkLst>
            <pc:docMk/>
            <pc:sldMk cId="3520518152" sldId="267"/>
            <ac:picMk id="6" creationId="{75309444-9812-0B63-AA93-9243A5E5ADAA}"/>
          </ac:picMkLst>
        </pc:picChg>
        <pc:picChg chg="add mod">
          <ac:chgData name="GAYATHIRI K" userId="a4d74a2d403e8020" providerId="LiveId" clId="{739BDA49-18C2-4372-91F3-3C45D2428E36}" dt="2026-02-15T08:47:49.955" v="1019" actId="1076"/>
          <ac:picMkLst>
            <pc:docMk/>
            <pc:sldMk cId="3520518152" sldId="267"/>
            <ac:picMk id="9" creationId="{FA8E357F-4EE7-F565-92BB-E62E71EBBCF7}"/>
          </ac:picMkLst>
        </pc:picChg>
      </pc:sldChg>
      <pc:sldChg chg="addSp delSp modSp new mod">
        <pc:chgData name="GAYATHIRI K" userId="a4d74a2d403e8020" providerId="LiveId" clId="{739BDA49-18C2-4372-91F3-3C45D2428E36}" dt="2026-02-15T09:03:48.941" v="1191" actId="2711"/>
        <pc:sldMkLst>
          <pc:docMk/>
          <pc:sldMk cId="152509484" sldId="268"/>
        </pc:sldMkLst>
        <pc:spChg chg="add del mod">
          <ac:chgData name="GAYATHIRI K" userId="a4d74a2d403e8020" providerId="LiveId" clId="{739BDA49-18C2-4372-91F3-3C45D2428E36}" dt="2026-02-15T08:56:00.019" v="1129" actId="478"/>
          <ac:spMkLst>
            <pc:docMk/>
            <pc:sldMk cId="152509484" sldId="268"/>
            <ac:spMk id="2" creationId="{9B692E2F-6BE6-96C2-2B73-4B44AB6B3CBF}"/>
          </ac:spMkLst>
        </pc:spChg>
        <pc:spChg chg="add mod">
          <ac:chgData name="GAYATHIRI K" userId="a4d74a2d403e8020" providerId="LiveId" clId="{739BDA49-18C2-4372-91F3-3C45D2428E36}" dt="2026-02-15T09:03:48.941" v="1191" actId="2711"/>
          <ac:spMkLst>
            <pc:docMk/>
            <pc:sldMk cId="152509484" sldId="268"/>
            <ac:spMk id="5" creationId="{61D3F3A6-F14F-BD5B-EB94-AB0B67525E68}"/>
          </ac:spMkLst>
        </pc:spChg>
        <pc:picChg chg="add mod">
          <ac:chgData name="GAYATHIRI K" userId="a4d74a2d403e8020" providerId="LiveId" clId="{739BDA49-18C2-4372-91F3-3C45D2428E36}" dt="2026-02-15T08:55:35.641" v="1122" actId="14100"/>
          <ac:picMkLst>
            <pc:docMk/>
            <pc:sldMk cId="152509484" sldId="268"/>
            <ac:picMk id="4" creationId="{B91A1E12-20BE-3EFB-57B9-7A6A9B0C7157}"/>
          </ac:picMkLst>
        </pc:picChg>
      </pc:sldChg>
      <pc:sldChg chg="addSp modSp new mod">
        <pc:chgData name="GAYATHIRI K" userId="a4d74a2d403e8020" providerId="LiveId" clId="{739BDA49-18C2-4372-91F3-3C45D2428E36}" dt="2026-02-15T08:58:15.626" v="1164" actId="207"/>
        <pc:sldMkLst>
          <pc:docMk/>
          <pc:sldMk cId="2352307875" sldId="269"/>
        </pc:sldMkLst>
        <pc:spChg chg="add mod">
          <ac:chgData name="GAYATHIRI K" userId="a4d74a2d403e8020" providerId="LiveId" clId="{739BDA49-18C2-4372-91F3-3C45D2428E36}" dt="2026-02-15T08:58:15.626" v="1164" actId="207"/>
          <ac:spMkLst>
            <pc:docMk/>
            <pc:sldMk cId="2352307875" sldId="269"/>
            <ac:spMk id="4" creationId="{85334618-0BFE-2B44-5A1B-CCB594911E67}"/>
          </ac:spMkLst>
        </pc:spChg>
        <pc:picChg chg="add mod">
          <ac:chgData name="GAYATHIRI K" userId="a4d74a2d403e8020" providerId="LiveId" clId="{739BDA49-18C2-4372-91F3-3C45D2428E36}" dt="2026-02-15T08:56:57.120" v="1136" actId="1076"/>
          <ac:picMkLst>
            <pc:docMk/>
            <pc:sldMk cId="2352307875" sldId="269"/>
            <ac:picMk id="3" creationId="{6D73722A-B78E-FFA4-DEAE-44EAA5E3929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DAF76-318B-41A9-9673-367AD98473D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C2DE7B-71DC-47C3-866C-899E70162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168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2DE7B-71DC-47C3-866C-899E7016202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270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6C7DE-16C6-8DF7-8025-FEF544D54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B8B93-AAD2-D410-2EAB-1F6351780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A2C2F-E11F-F57F-7D62-46F3B94AC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1C8-561D-4258-856B-24D07B3D77F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852F1-92A6-B4B9-1305-FB64F3EC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FE9CA-B37A-E410-A771-10ECFF735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7D087-1CA6-44C3-A396-959AFDE2B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1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2D105-9E24-5FDB-1ADA-5FCF9E7A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DABCE-6C0E-2DF1-F225-D88558BCA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4271-4B00-D008-B8A2-B4B13AE01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1C8-561D-4258-856B-24D07B3D77F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73C6F-3E80-41AA-2295-2216C642A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7C3DF-4CE3-3A53-5A37-B6E8E27EF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7D087-1CA6-44C3-A396-959AFDE2B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62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2DDD-EF1D-C37A-DDBB-F2D2FA8C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144B5-B9FE-86B0-F9FA-5477C8CE0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9F1B1-7E0C-0746-66E9-2FE208997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1C8-561D-4258-856B-24D07B3D77F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37358-3299-161C-0AE6-0796031E1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E2BE4-CE19-1A40-5ADD-BDBEC331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7D087-1CA6-44C3-A396-959AFDE2B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643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E309-BFFC-4883-6DD5-1257D77F0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96014-AE01-57BC-2371-00E4A7A26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9A7A5-DA00-FC26-BD76-07752795C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F52DC-3EB6-2D68-3475-4A1F96F3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1C8-561D-4258-856B-24D07B3D77F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A9BF5-E0AA-DA7E-5322-A11FF854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DB63C-560B-5AE8-1EE9-0A1EE40DD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7D087-1CA6-44C3-A396-959AFDE2B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12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7426-2FE5-78EF-9C61-CE04340C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1456D-DFEE-127A-7B7D-F5CA6621C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AD12C-86BB-581B-F1B5-24FB36D08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29CCF-EDD3-3ACF-B09E-FB9356BC2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74F17-40CF-12C7-1834-FD481FB48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B5BD5-D874-F967-DEE3-D5E53F08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1C8-561D-4258-856B-24D07B3D77F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DCA87F-DE41-114E-D45A-1CD125B0F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94DFE3-2524-D5DA-C8DB-77C481FA8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7D087-1CA6-44C3-A396-959AFDE2B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65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2AA11-0087-1BD6-89D6-8BF5DC67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5005C-63EB-9387-DCA5-631234D25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1C8-561D-4258-856B-24D07B3D77F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EFB3C1-B6FB-A614-0C09-D1DF047B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974AB-06DC-19FB-D862-1BDF92DF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7D087-1CA6-44C3-A396-959AFDE2B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087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F04B74-FF9B-6C9B-0016-94FE4853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1C8-561D-4258-856B-24D07B3D77F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AAAD23-AD42-F83F-8AA8-4BB948A0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DB57D-6750-B04D-698C-CC8A44FD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7D087-1CA6-44C3-A396-959AFDE2B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06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A2B6-8858-9B5D-97A0-6E0AFEEB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B9F57-1347-1928-E8D6-37B531871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8CD10-80F3-6C59-2201-E1C80C0AC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798BC-160D-B2CF-A020-39ED6644F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1C8-561D-4258-856B-24D07B3D77F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688E9-A223-FFF7-8A63-B1B3687C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8125F-8B15-F87C-5418-7B22B381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7D087-1CA6-44C3-A396-959AFDE2B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76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6C396-DA2C-F61A-AF54-C11A087B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6CFB0-DCCE-9F1F-347F-BBF939F9C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80444-6DCF-8513-0173-96B062DE2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EF200-63AC-3D2F-C758-ED871DB2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1C8-561D-4258-856B-24D07B3D77F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B18FC-7CFB-FAB7-F1F6-495CCAF8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B705-E5FC-41EA-3F3D-C8E19E3E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7D087-1CA6-44C3-A396-959AFDE2B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584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0C96-5D21-0F97-E2B3-54548AB1B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7ED73-4960-5CEB-E5EA-91DE0FA36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091AE-7525-1753-DC1C-9CF5B042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1C8-561D-4258-856B-24D07B3D77F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6F865-9133-C873-D782-595998806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06D61-B0C6-20E2-270B-FDC13C52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7D087-1CA6-44C3-A396-959AFDE2B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546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F5AF66-FEAF-2A28-8852-5A8CE9FE5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5B821-3DE2-A5D2-7882-8274FD8BE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10506-6C27-08E8-82C6-3EDFA1EAA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1C8-561D-4258-856B-24D07B3D77F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5268F-2A2C-F3D1-A476-FA533DF3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22414-E0E8-2BB7-F1FB-36EE42CE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7D087-1CA6-44C3-A396-959AFDE2B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740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D1A72D-2F18-A9B0-1332-744D6F043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A4B75-35E4-907C-D4F2-B5C74C68E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35157-1E78-6BFC-3844-C9EDBF29E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E61C8-561D-4258-856B-24D07B3D77F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9CC4C-6D8D-82E9-56DD-AF71E93F1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5F9E5-7ED1-AD12-6CE9-1BE925066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7D087-1CA6-44C3-A396-959AFDE2B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118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F73A2-8F81-05A7-2D4A-027C6DEE36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14B54-01AB-831C-E5D8-7EDF712101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person standing at a reception desk in a hospital&#10;&#10;AI-generated content may be incorrect.">
            <a:extLst>
              <a:ext uri="{FF2B5EF4-FFF2-40B4-BE49-F238E27FC236}">
                <a16:creationId xmlns:a16="http://schemas.microsoft.com/office/drawing/2014/main" id="{05412B38-7D01-F82F-3BC7-BABD8EB04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75"/>
            <a:ext cx="12192000" cy="6801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58AE4E-2F74-B01B-47AD-92A7877523C6}"/>
              </a:ext>
            </a:extLst>
          </p:cNvPr>
          <p:cNvSpPr txBox="1"/>
          <p:nvPr/>
        </p:nvSpPr>
        <p:spPr>
          <a:xfrm>
            <a:off x="334297" y="183864"/>
            <a:ext cx="68530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tx2"/>
                </a:solidFill>
                <a:latin typeface="Algerian" panose="04020705040A02060702" pitchFamily="82" charset="0"/>
              </a:rPr>
              <a:t>HEALTH  CARE  AND           VACCINE</a:t>
            </a:r>
          </a:p>
          <a:p>
            <a:r>
              <a:rPr lang="en-US" sz="4000" dirty="0">
                <a:solidFill>
                  <a:schemeClr val="tx2"/>
                </a:solidFill>
                <a:latin typeface="Algerian" panose="04020705040A02060702" pitchFamily="82" charset="0"/>
              </a:rPr>
              <a:t> APPOINTMENT  TRACKER</a:t>
            </a:r>
            <a:endParaRPr lang="en-IN" sz="4000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8F241-E857-7B19-9A0C-D9A966FDB102}"/>
              </a:ext>
            </a:extLst>
          </p:cNvPr>
          <p:cNvSpPr txBox="1"/>
          <p:nvPr/>
        </p:nvSpPr>
        <p:spPr>
          <a:xfrm>
            <a:off x="3411794" y="3747389"/>
            <a:ext cx="203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       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9ECDD8-697A-783D-AD81-577E98D0B022}"/>
              </a:ext>
            </a:extLst>
          </p:cNvPr>
          <p:cNvSpPr txBox="1"/>
          <p:nvPr/>
        </p:nvSpPr>
        <p:spPr>
          <a:xfrm>
            <a:off x="2826775" y="2339227"/>
            <a:ext cx="2507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Britannic Bold" panose="020B0903060703020204" pitchFamily="34" charset="0"/>
              </a:rPr>
              <a:t>GAYATHIRI.K</a:t>
            </a:r>
            <a:endParaRPr lang="en-IN" sz="2800" dirty="0">
              <a:solidFill>
                <a:schemeClr val="accent3">
                  <a:lumMod val="75000"/>
                </a:schemeClr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953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14621-D201-6693-B2BC-C5D9AB9E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3ADF9C-D627-6A86-DB52-53573A36AC1C}"/>
              </a:ext>
            </a:extLst>
          </p:cNvPr>
          <p:cNvSpPr txBox="1"/>
          <p:nvPr/>
        </p:nvSpPr>
        <p:spPr>
          <a:xfrm>
            <a:off x="7059562" y="1120876"/>
            <a:ext cx="4434348" cy="53553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Introduction:</a:t>
            </a:r>
          </a:p>
          <a:p>
            <a:r>
              <a:rPr lang="en-US" dirty="0">
                <a:latin typeface="Harrington" panose="04040505050A02020702" pitchFamily="82" charset="0"/>
              </a:rPr>
              <a:t>                </a:t>
            </a:r>
          </a:p>
          <a:p>
            <a:r>
              <a:rPr lang="en-US" dirty="0">
                <a:latin typeface="Harrington" panose="04040505050A02020702" pitchFamily="82" charset="0"/>
              </a:rPr>
              <a:t>                 In modern healthcare, data is often scattered across different offices. This project creates a Centralized Source of Truth where a patient’s profile, medical history (vaccines), physical responses (symptoms), and financial records (insurance) are all linked.</a:t>
            </a:r>
          </a:p>
          <a:p>
            <a:r>
              <a:rPr lang="en-US" dirty="0">
                <a:latin typeface="Harrington" panose="04040505050A02020702" pitchFamily="82" charset="0"/>
              </a:rPr>
              <a:t>​                 Traditional systems often fail to connect a patient's side effects to their specific vaccine lot number or their billing status.</a:t>
            </a:r>
          </a:p>
          <a:p>
            <a:r>
              <a:rPr lang="en-US" dirty="0">
                <a:latin typeface="Harrington" panose="04040505050A02020702" pitchFamily="82" charset="0"/>
              </a:rPr>
              <a:t>​                  Using MySQL, we built a relational structure that uses a unique Patient _ID to bridge five critical healthcare areas, allowing for instant, complex reporting</a:t>
            </a:r>
            <a:endParaRPr lang="en-IN" dirty="0">
              <a:latin typeface="Harrington" panose="04040505050A02020702" pitchFamily="8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7895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901D09-6C4D-F612-85BB-AEA4FA33A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13E0C2-D135-C198-ACA2-EC4160F1CA1D}"/>
              </a:ext>
            </a:extLst>
          </p:cNvPr>
          <p:cNvSpPr txBox="1"/>
          <p:nvPr/>
        </p:nvSpPr>
        <p:spPr>
          <a:xfrm rot="10800000" flipH="1" flipV="1">
            <a:off x="4188542" y="1670815"/>
            <a:ext cx="4129548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TABLES USED</a:t>
            </a:r>
            <a:r>
              <a:rPr lang="en-US" sz="2400" dirty="0"/>
              <a:t>:</a:t>
            </a:r>
          </a:p>
          <a:p>
            <a:endParaRPr lang="en-US" dirty="0"/>
          </a:p>
          <a:p>
            <a:r>
              <a:rPr lang="en-IN" sz="2000" dirty="0"/>
              <a:t>1.Patient_Profile</a:t>
            </a:r>
          </a:p>
          <a:p>
            <a:r>
              <a:rPr lang="en-US" sz="2000" dirty="0"/>
              <a:t>2.Appointment_Tracker</a:t>
            </a:r>
          </a:p>
          <a:p>
            <a:r>
              <a:rPr lang="en-US" sz="2000" dirty="0"/>
              <a:t>3.Vaccine_Record</a:t>
            </a:r>
          </a:p>
          <a:p>
            <a:r>
              <a:rPr lang="en-US" sz="2000" dirty="0"/>
              <a:t>4.Symptom_Log</a:t>
            </a:r>
          </a:p>
          <a:p>
            <a:r>
              <a:rPr lang="en-US" sz="2000" dirty="0"/>
              <a:t>5.Expense_Tracker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0370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54EA9F-3013-E943-FADC-BAC9DA6E9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4B3545-0E0D-F549-D0A7-5C3EF6259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807" y="1113396"/>
            <a:ext cx="6708516" cy="16684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401E76-01D2-8499-5537-5E81C41CCD0A}"/>
              </a:ext>
            </a:extLst>
          </p:cNvPr>
          <p:cNvSpPr txBox="1"/>
          <p:nvPr/>
        </p:nvSpPr>
        <p:spPr>
          <a:xfrm>
            <a:off x="4809205" y="422787"/>
            <a:ext cx="2573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PATIENT_PROFILE</a:t>
            </a:r>
            <a:endParaRPr lang="en-IN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160905-AC9F-F3E8-E763-83B9CD61DD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807" y="4258497"/>
            <a:ext cx="6708516" cy="16684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4EDFAE-F683-BCB7-65E4-AB90E364D322}"/>
              </a:ext>
            </a:extLst>
          </p:cNvPr>
          <p:cNvSpPr txBox="1"/>
          <p:nvPr/>
        </p:nvSpPr>
        <p:spPr>
          <a:xfrm>
            <a:off x="4312178" y="3289340"/>
            <a:ext cx="356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APPOINTMENT_TRACKER</a:t>
            </a:r>
            <a:endParaRPr lang="en-IN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939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DA54E6-2463-5DD2-2FDF-76010889C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1" y="-2666999"/>
            <a:ext cx="6857997" cy="1219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5A72D0-36C8-2C1F-EA33-D144E33313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218" y="626096"/>
            <a:ext cx="6839905" cy="15146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201A12-9B12-4673-BB09-BF1FB1F82FA0}"/>
              </a:ext>
            </a:extLst>
          </p:cNvPr>
          <p:cNvSpPr txBox="1"/>
          <p:nvPr/>
        </p:nvSpPr>
        <p:spPr>
          <a:xfrm>
            <a:off x="4434348" y="0"/>
            <a:ext cx="2753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VACCINE_RECORD</a:t>
            </a:r>
            <a:endParaRPr lang="en-IN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C7D362-C1F7-982B-2852-7801A3E30D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546" y="3038858"/>
            <a:ext cx="7382905" cy="1343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915267-97A0-40CC-A2C8-3E37896FB31D}"/>
              </a:ext>
            </a:extLst>
          </p:cNvPr>
          <p:cNvSpPr txBox="1"/>
          <p:nvPr/>
        </p:nvSpPr>
        <p:spPr>
          <a:xfrm>
            <a:off x="4889069" y="2358987"/>
            <a:ext cx="2276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SYMPTOM_LOG</a:t>
            </a:r>
            <a:endParaRPr lang="en-IN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BAE157-C4EA-5823-8B90-82A304C0EB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218" y="5460473"/>
            <a:ext cx="7097115" cy="11050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5E3DC6-CD2B-D67F-894D-E96CC84FE718}"/>
              </a:ext>
            </a:extLst>
          </p:cNvPr>
          <p:cNvSpPr txBox="1"/>
          <p:nvPr/>
        </p:nvSpPr>
        <p:spPr>
          <a:xfrm>
            <a:off x="4822159" y="4690439"/>
            <a:ext cx="2833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EXPENSE_TRACKER</a:t>
            </a:r>
            <a:endParaRPr lang="en-IN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37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5FFF44-5226-8DE2-8BE2-3E1168D69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595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677192-3F20-017E-619C-723B7DDF9BF7}"/>
              </a:ext>
            </a:extLst>
          </p:cNvPr>
          <p:cNvSpPr txBox="1"/>
          <p:nvPr/>
        </p:nvSpPr>
        <p:spPr>
          <a:xfrm>
            <a:off x="304801" y="294968"/>
            <a:ext cx="6331973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List the Full Names of all patients who have O+ or O- blood types.</a:t>
            </a:r>
          </a:p>
          <a:p>
            <a:endParaRPr lang="en-US" dirty="0"/>
          </a:p>
          <a:p>
            <a:r>
              <a:rPr lang="en-US" b="1" dirty="0"/>
              <a:t>select Full_Name from Patient_Profile where Blood_Type="O+" or Blood_Type="O-";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4B3D74-07BB-581A-C4C2-57A4D9559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377" y="294968"/>
            <a:ext cx="2710771" cy="16616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99E534-6359-C0C1-6CF5-7D56CBB306DF}"/>
              </a:ext>
            </a:extLst>
          </p:cNvPr>
          <p:cNvSpPr txBox="1"/>
          <p:nvPr/>
        </p:nvSpPr>
        <p:spPr>
          <a:xfrm>
            <a:off x="304801" y="2939844"/>
            <a:ext cx="6331973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Find the Date of Birth for patient P-103.</a:t>
            </a:r>
          </a:p>
          <a:p>
            <a:endParaRPr lang="en-US" b="1" dirty="0"/>
          </a:p>
          <a:p>
            <a:r>
              <a:rPr lang="en-US" b="1" dirty="0"/>
              <a:t>select Date_Of_Birth from Patient_Profile where Patient_ID="P-103";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450A3A-06C7-39CF-2627-C97E2DD8AA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2695472"/>
            <a:ext cx="2605548" cy="14670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C78FD4-A2CD-E960-C14D-F61F43CE0D91}"/>
              </a:ext>
            </a:extLst>
          </p:cNvPr>
          <p:cNvSpPr txBox="1"/>
          <p:nvPr/>
        </p:nvSpPr>
        <p:spPr>
          <a:xfrm>
            <a:off x="304802" y="5112774"/>
            <a:ext cx="6331972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List all unique Service Providers from the Expense Tracker.</a:t>
            </a:r>
          </a:p>
          <a:p>
            <a:endParaRPr lang="en-US" dirty="0"/>
          </a:p>
          <a:p>
            <a:r>
              <a:rPr lang="en-US" b="1" dirty="0"/>
              <a:t>select distinct(Service_Provider) from Expense_Tracker;</a:t>
            </a:r>
            <a:endParaRPr lang="en-IN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EFEAD8-E8B0-7CFA-7F32-22DB686C6E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974" y="4901380"/>
            <a:ext cx="2605548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52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FC5BDF-5490-0017-8C1B-15816B40D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1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A5F02D-9414-C9B6-B647-E516A90602C4}"/>
              </a:ext>
            </a:extLst>
          </p:cNvPr>
          <p:cNvSpPr txBox="1"/>
          <p:nvPr/>
        </p:nvSpPr>
        <p:spPr>
          <a:xfrm>
            <a:off x="589936" y="609600"/>
            <a:ext cx="6164826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List the Vaccine Name and Admin Date for Maria Chen.</a:t>
            </a:r>
          </a:p>
          <a:p>
            <a:endParaRPr lang="en-IN" dirty="0"/>
          </a:p>
          <a:p>
            <a:r>
              <a:rPr lang="en-IN" b="1" dirty="0"/>
              <a:t>select v.Vaccine_Name,v.Admin_Date from Patient_Profile p  join Vaccine_Record v onp.Patient_ID=v.Patient_IDwhere Full_Name="Maria Chen";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C0C945-1FB2-5891-9229-8FB3F55F2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729" y="609600"/>
            <a:ext cx="3069845" cy="16813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BBF086-6A74-EEA9-A3BB-5F18B6010079}"/>
              </a:ext>
            </a:extLst>
          </p:cNvPr>
          <p:cNvSpPr txBox="1"/>
          <p:nvPr/>
        </p:nvSpPr>
        <p:spPr>
          <a:xfrm>
            <a:off x="727587" y="4601496"/>
            <a:ext cx="6248399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Does any patient with a Penicillin allergy have a vaccine recorded?  </a:t>
            </a:r>
          </a:p>
          <a:p>
            <a:endParaRPr lang="en-IN" b="1" dirty="0"/>
          </a:p>
          <a:p>
            <a:r>
              <a:rPr lang="en-IN" b="1" dirty="0"/>
              <a:t>select </a:t>
            </a:r>
            <a:r>
              <a:rPr lang="en-IN" b="1" dirty="0" err="1"/>
              <a:t>p.Full_Name</a:t>
            </a:r>
            <a:r>
              <a:rPr lang="en-IN" b="1" dirty="0"/>
              <a:t> ,</a:t>
            </a:r>
            <a:r>
              <a:rPr lang="en-IN" b="1" dirty="0" err="1"/>
              <a:t>v.Vaccine_Name</a:t>
            </a:r>
            <a:r>
              <a:rPr lang="en-IN" b="1" dirty="0"/>
              <a:t> from Patient_Profile p join Vaccine_Record v on </a:t>
            </a:r>
            <a:r>
              <a:rPr lang="en-IN" b="1" dirty="0" err="1"/>
              <a:t>p.Patient_ID</a:t>
            </a:r>
            <a:r>
              <a:rPr lang="en-IN" b="1" dirty="0"/>
              <a:t>=</a:t>
            </a:r>
            <a:r>
              <a:rPr lang="en-IN" b="1" dirty="0" err="1"/>
              <a:t>v.Patient_ID</a:t>
            </a:r>
            <a:r>
              <a:rPr lang="en-IN" b="1" dirty="0"/>
              <a:t> where </a:t>
            </a:r>
            <a:r>
              <a:rPr lang="en-IN" b="1" dirty="0" err="1"/>
              <a:t>Known_Allergies</a:t>
            </a:r>
            <a:r>
              <a:rPr lang="en-IN" b="1" dirty="0"/>
              <a:t>="Penicillin";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C10D80-07CC-79C8-C70C-F3C84197F6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229" y="4601495"/>
            <a:ext cx="2934203" cy="154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8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A3F218-C09E-D1A3-495D-F8024C5A3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58C1F8-2AF6-4817-3A5A-29609607D9A4}"/>
              </a:ext>
            </a:extLst>
          </p:cNvPr>
          <p:cNvSpPr txBox="1"/>
          <p:nvPr/>
        </p:nvSpPr>
        <p:spPr>
          <a:xfrm>
            <a:off x="186812" y="275302"/>
            <a:ext cx="6105833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Find all appointments that are currently marked as 'Pending’.</a:t>
            </a:r>
          </a:p>
          <a:p>
            <a:endParaRPr lang="en-US" b="1" dirty="0"/>
          </a:p>
          <a:p>
            <a:r>
              <a:rPr lang="en-US" b="1" dirty="0"/>
              <a:t>select * from Appointment_Tracker where Status='Pending';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C61A8-8E83-1D71-361E-97977F786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57" y="275302"/>
            <a:ext cx="5624053" cy="1477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E7DB78-CE7F-FB9D-5169-BB314C700FDE}"/>
              </a:ext>
            </a:extLst>
          </p:cNvPr>
          <p:cNvSpPr txBox="1"/>
          <p:nvPr/>
        </p:nvSpPr>
        <p:spPr>
          <a:xfrm>
            <a:off x="255638" y="2330246"/>
            <a:ext cx="3923071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What was the Total Cost for the appointment at 'City Cardiology’?</a:t>
            </a:r>
          </a:p>
          <a:p>
            <a:endParaRPr lang="en-US" dirty="0"/>
          </a:p>
          <a:p>
            <a:r>
              <a:rPr lang="en-US" b="1" dirty="0"/>
              <a:t>select Total_Cost from Expense_Tracker where Service_Provider="City Cardiology";</a:t>
            </a: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6570F-8528-9544-29C8-455272CFE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482" y="2507227"/>
            <a:ext cx="1769807" cy="15773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05BA41-6753-AA97-9FC4-9FB5F65FADD7}"/>
              </a:ext>
            </a:extLst>
          </p:cNvPr>
          <p:cNvSpPr txBox="1"/>
          <p:nvPr/>
        </p:nvSpPr>
        <p:spPr>
          <a:xfrm>
            <a:off x="353961" y="4817806"/>
            <a:ext cx="5466736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Find the Emergency Contact (or Language) for the patient who had a 'Mild Fever’.</a:t>
            </a:r>
          </a:p>
          <a:p>
            <a:endParaRPr lang="en-US" dirty="0"/>
          </a:p>
          <a:p>
            <a:r>
              <a:rPr lang="en-US" b="1" dirty="0"/>
              <a:t>select p.Primary_Language from Patient_Profile p join Symptom_Log s onp.Patient_ID=</a:t>
            </a:r>
            <a:r>
              <a:rPr lang="en-US" b="1" dirty="0" err="1"/>
              <a:t>s.Patient_IDwhere</a:t>
            </a:r>
            <a:r>
              <a:rPr lang="en-US" b="1" dirty="0"/>
              <a:t> Symptom="Mild Fever";</a:t>
            </a:r>
            <a:endParaRPr lang="en-IN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BEC6C7-459E-9595-86F5-2FC4E842A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571" y="5049007"/>
            <a:ext cx="2614718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2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4D503-1E18-B9A0-76C9-0DC9221ED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4CD8E3-C499-4577-FCB9-9E6D6A76D933}"/>
              </a:ext>
            </a:extLst>
          </p:cNvPr>
          <p:cNvSpPr txBox="1"/>
          <p:nvPr/>
        </p:nvSpPr>
        <p:spPr>
          <a:xfrm>
            <a:off x="757083" y="617724"/>
            <a:ext cx="6371303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Find the Full Name of the patient who received the 'Shingles' vaccine.</a:t>
            </a:r>
          </a:p>
          <a:p>
            <a:endParaRPr lang="en-US" dirty="0"/>
          </a:p>
          <a:p>
            <a:r>
              <a:rPr lang="en-US" b="1" dirty="0"/>
              <a:t>select p.Full_Name from Patient_Profile p join Vaccine_Record v onp.Patient_ID=v.Patient_IDwhere Vaccine_Name="Shingles";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D15DC9-F281-94FB-BACB-EDEA30D42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463" y="617724"/>
            <a:ext cx="1905266" cy="16004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7491CA-F13A-D507-7D5C-33BB828D1953}"/>
              </a:ext>
            </a:extLst>
          </p:cNvPr>
          <p:cNvSpPr txBox="1"/>
          <p:nvPr/>
        </p:nvSpPr>
        <p:spPr>
          <a:xfrm>
            <a:off x="540775" y="3716594"/>
            <a:ext cx="3352800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How many different vaccines in your table were made by Pfizer.?  </a:t>
            </a:r>
          </a:p>
          <a:p>
            <a:endParaRPr lang="en-US" dirty="0"/>
          </a:p>
          <a:p>
            <a:r>
              <a:rPr lang="en-US" b="1" dirty="0"/>
              <a:t>select Vaccine_Name from Vaccine_Record where Manufacturer='Pfizer'; 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D2FB95-8DDE-E22B-8758-0882BE867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866" y="3819576"/>
            <a:ext cx="1991003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78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27373A-C598-959B-5AC0-9BC825352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CE8968-6733-B62E-DF7F-20D00A81D958}"/>
              </a:ext>
            </a:extLst>
          </p:cNvPr>
          <p:cNvSpPr txBox="1"/>
          <p:nvPr/>
        </p:nvSpPr>
        <p:spPr>
          <a:xfrm>
            <a:off x="703006" y="136929"/>
            <a:ext cx="6164826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​Which Patient ID has more than one entry in the Symptom Log? </a:t>
            </a:r>
          </a:p>
          <a:p>
            <a:endParaRPr lang="en-US" dirty="0"/>
          </a:p>
          <a:p>
            <a:r>
              <a:rPr lang="en-US" b="1" dirty="0"/>
              <a:t>select Patient_ID,count(*) as Entry_Count from Symptom_Log group by Patient_ID having count(*)&gt;1;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51376C-5651-1239-2D4F-2C46A117D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722" y="328783"/>
            <a:ext cx="2295845" cy="1390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0FB555-79C6-B165-F1ED-BC883449E1B4}"/>
              </a:ext>
            </a:extLst>
          </p:cNvPr>
          <p:cNvSpPr txBox="1"/>
          <p:nvPr/>
        </p:nvSpPr>
        <p:spPr>
          <a:xfrm>
            <a:off x="793230" y="1997839"/>
            <a:ext cx="6037006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Create a report showing Name, Vaccine Name, and Severity Score for everyone who had a reaction.</a:t>
            </a:r>
          </a:p>
          <a:p>
            <a:endParaRPr lang="en-IN" b="1" dirty="0"/>
          </a:p>
          <a:p>
            <a:r>
              <a:rPr lang="en-IN" b="1" dirty="0"/>
              <a:t>select p.Full_Name,v.Vaccine_Name,s.Severity_Score  from Patient_Profile p join Vaccine_Record v onp.Patient_ID=v.Patient_IDjoin Symptom_Log s  onv.Patient_ID=s.Patient_ID;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1A7E8F-DD58-7A61-A256-16757FE3C41A}"/>
              </a:ext>
            </a:extLst>
          </p:cNvPr>
          <p:cNvSpPr txBox="1"/>
          <p:nvPr/>
        </p:nvSpPr>
        <p:spPr>
          <a:xfrm>
            <a:off x="852224" y="4412747"/>
            <a:ext cx="5919019" cy="2308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Which patient (Full Name) had the lowest percentage of their bill covered by insurance?</a:t>
            </a:r>
          </a:p>
          <a:p>
            <a:endParaRPr lang="en-US" dirty="0"/>
          </a:p>
          <a:p>
            <a:r>
              <a:rPr lang="en-US" b="1" dirty="0"/>
              <a:t>select p.Full_Name , (e.Insurance_Paid/e.Total_Cost)*100 as Coverage_Percent from Patient_Profile p join Expense_Tracker e onP.Patient_ID=e.Patient_IDorder by Coverage_Percent Asc Limit 1;</a:t>
            </a:r>
            <a:endParaRPr lang="en-IN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94EA60-8F2A-180D-1A1B-FE4144249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638" y="2334909"/>
            <a:ext cx="3781953" cy="15337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AD2C67-86AC-9DA6-E62A-1446E9E74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2645" y="4994787"/>
            <a:ext cx="3275794" cy="120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25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F841CE-B8E4-A7F1-EA41-BEB268E42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3A04FF-C508-DDC1-7221-69244055E703}"/>
              </a:ext>
            </a:extLst>
          </p:cNvPr>
          <p:cNvSpPr txBox="1"/>
          <p:nvPr/>
        </p:nvSpPr>
        <p:spPr>
          <a:xfrm>
            <a:off x="102446" y="130667"/>
            <a:ext cx="7236542" cy="3416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Create a single row for 'Alex Johnson' that shows his Blood Type, his next Appt_Date, his most recent Vaccine_Name, his worst Symptom, and his total Personal_Balance.</a:t>
            </a:r>
          </a:p>
          <a:p>
            <a:endParaRPr lang="en-IN" b="1" dirty="0"/>
          </a:p>
          <a:p>
            <a:r>
              <a:rPr lang="en-IN" b="1" dirty="0"/>
              <a:t>select p.Full_Name, p.Blood_Type, MIN(a.Appt_Date) AS Next_Appointment, MAX(s.Severity_Score) AS Worst_Reaction,SUM(e.Personal_Balance) AS Total_Balance_Duefrom Patient_Profile p left join Appointment_Tracker a on p.Patient_ID = a.Patient_IDleft join Symptom_Log s on p.Patient_ID = s.Patient_IDleft join Expense_Tracker e onp.Patient_ID = e.Patient_IDwhere p.Full_Name = 'Alex Johnson'group by p.Full_Name, p.Blood_Type;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526A3-A543-6A9D-2A50-2FA4290A2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19" y="4928029"/>
            <a:ext cx="6576197" cy="107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1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22F7CF-C243-060F-6B68-DD5AFAC0B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E01E50-F942-36D0-EC56-79ED27EBF2B1}"/>
              </a:ext>
            </a:extLst>
          </p:cNvPr>
          <p:cNvSpPr txBox="1"/>
          <p:nvPr/>
        </p:nvSpPr>
        <p:spPr>
          <a:xfrm>
            <a:off x="334296" y="157316"/>
            <a:ext cx="6351639" cy="286232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List the Full Name, Allergies, Vaccine Name, and Total Cost for any patient who had a "High Severity" reaction (Severity Score &gt; 3).</a:t>
            </a:r>
          </a:p>
          <a:p>
            <a:endParaRPr lang="en-IN" dirty="0"/>
          </a:p>
          <a:p>
            <a:r>
              <a:rPr lang="en-IN" b="1" dirty="0"/>
              <a:t>select p.Full_Name, p.Known_Allergies, v.Vaccine_Name, e.Total_Costfrom Patient_Profile p join Vaccine_Record v on p.Patient_ID = v.Patient_IDjoin Symptom_Log s on p.Patient_ID = s.Patient_ID join Expense_Tracker e on p.Patient_ID = e.Patient_IDwhere s.Severity_Score &gt; 3order by e.Total_Cost desc;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309444-9812-0B63-AA93-9243A5E5A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622" y="624055"/>
            <a:ext cx="4410691" cy="1324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341715-D530-F63C-1F9C-6827C24F5575}"/>
              </a:ext>
            </a:extLst>
          </p:cNvPr>
          <p:cNvSpPr txBox="1"/>
          <p:nvPr/>
        </p:nvSpPr>
        <p:spPr>
          <a:xfrm>
            <a:off x="334296" y="3784657"/>
            <a:ext cx="5279923" cy="230832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Create a report showing Name, Vaccine Name, and Severity Score for everyone who had a reaction.</a:t>
            </a:r>
          </a:p>
          <a:p>
            <a:endParaRPr lang="en-IN" dirty="0"/>
          </a:p>
          <a:p>
            <a:r>
              <a:rPr lang="en-IN" b="1" dirty="0"/>
              <a:t>select p.Full_Name,v.Vaccine_Name,s.Severity_Score  from Patient_Profile p join Vaccine_Record v onp.Patient_ID=v.Patient_IDjoin Symptom_Log s  onv.Patient_ID=s.Patient_ID;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8E357F-4EE7-F565-92BB-E62E71EBB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255" y="3784657"/>
            <a:ext cx="3639058" cy="193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18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1A1E12-20BE-3EFB-57B9-7A6A9B0C7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D3F3A6-F14F-BD5B-EB94-AB0B67525E68}"/>
              </a:ext>
            </a:extLst>
          </p:cNvPr>
          <p:cNvSpPr txBox="1"/>
          <p:nvPr/>
        </p:nvSpPr>
        <p:spPr>
          <a:xfrm>
            <a:off x="663677" y="1120716"/>
            <a:ext cx="3706762" cy="48320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CONCLUSION:</a:t>
            </a:r>
          </a:p>
          <a:p>
            <a:endParaRPr lang="en-US" dirty="0"/>
          </a:p>
          <a:p>
            <a:r>
              <a:rPr lang="en-US" dirty="0"/>
              <a:t>               </a:t>
            </a:r>
            <a:r>
              <a:rPr lang="en-US" dirty="0">
                <a:latin typeface="Harrington" panose="04040505050A02020702" pitchFamily="82" charset="0"/>
                <a:ea typeface="FZShuTi" panose="02010601030101010101" pitchFamily="2" charset="-122"/>
              </a:rPr>
              <a:t>This project demonstrates the power of Relational Databases in transforming raw healthcare data into actionable insights.</a:t>
            </a:r>
          </a:p>
          <a:p>
            <a:r>
              <a:rPr lang="en-US" dirty="0">
                <a:latin typeface="Harrington" panose="04040505050A02020702" pitchFamily="82" charset="0"/>
                <a:ea typeface="FZShuTi" panose="02010601030101010101" pitchFamily="2" charset="-122"/>
              </a:rPr>
              <a:t>                </a:t>
            </a:r>
          </a:p>
          <a:p>
            <a:r>
              <a:rPr lang="en-US" dirty="0">
                <a:latin typeface="Harrington" panose="04040505050A02020702" pitchFamily="82" charset="0"/>
                <a:ea typeface="FZShuTi" panose="02010601030101010101" pitchFamily="2" charset="-122"/>
              </a:rPr>
              <a:t>               The strength of this system lies not in the data it stores, but in the relationships it defines. As healthcare becomes increasingly data-driven, tools like this integrated tracker will be the foundation for safer, more efficient, and more personalized patient care.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09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73722A-B78E-FFA4-DEAE-44EAA5E39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775" y="283866"/>
            <a:ext cx="4739473" cy="62902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334618-0BFE-2B44-5A1B-CCB594911E67}"/>
              </a:ext>
            </a:extLst>
          </p:cNvPr>
          <p:cNvSpPr txBox="1"/>
          <p:nvPr/>
        </p:nvSpPr>
        <p:spPr>
          <a:xfrm>
            <a:off x="2193889" y="2682910"/>
            <a:ext cx="46222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C00000"/>
                </a:solidFill>
                <a:latin typeface="Edwardian Script ITC" panose="030303020407070D0804" pitchFamily="66" charset="0"/>
              </a:rPr>
              <a:t>Thank you ! </a:t>
            </a:r>
            <a:endParaRPr lang="en-IN" sz="6000" dirty="0">
              <a:solidFill>
                <a:srgbClr val="C00000"/>
              </a:solidFill>
              <a:latin typeface="Edwardian Script ITC" panose="030303020407070D08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307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1135</Words>
  <Application>Microsoft Office PowerPoint</Application>
  <PresentationFormat>Widescreen</PresentationFormat>
  <Paragraphs>76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Algerian</vt:lpstr>
      <vt:lpstr>Aptos</vt:lpstr>
      <vt:lpstr>Aptos Display</vt:lpstr>
      <vt:lpstr>Arial</vt:lpstr>
      <vt:lpstr>Britannic Bold</vt:lpstr>
      <vt:lpstr>Edwardian Script ITC</vt:lpstr>
      <vt:lpstr>Harrington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GAYATHIRI K</dc:creator>
  <cp:lastModifiedBy>GAYATHIRI K</cp:lastModifiedBy>
  <cp:revision>1</cp:revision>
  <dcterms:created xsi:type="dcterms:W3CDTF">2026-02-09T10:06:37Z</dcterms:created>
  <dcterms:modified xsi:type="dcterms:W3CDTF">2026-02-15T09:03:57Z</dcterms:modified>
</cp:coreProperties>
</file>